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754880" cy="475488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5120640" cy="5120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4" name="Shape 2"/>
          <p:cNvSpPr/>
          <p:nvPr/>
        </p:nvSpPr>
        <p:spPr>
          <a:xfrm>
            <a:off x="5468112" y="777240"/>
            <a:ext cx="1261872" cy="1261872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68112" y="777240"/>
            <a:ext cx="12618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🛰️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233172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HACKS · GLOBAL AI HACKATHON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2697480"/>
            <a:ext cx="121916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CAMPUSFLOW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Autonomous AI Campus Mission Planner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023360" y="4709160"/>
            <a:ext cx="4142232" cy="1234440"/>
          </a:xfrm>
          <a:prstGeom prst="roundRect">
            <a:avLst>
              <a:gd name="adj" fmla="val 1111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023360" y="4846320"/>
            <a:ext cx="4142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Surya Prabha
</a:t>
            </a:r>
            <a:pPr algn="ctr" indent="0" marL="0">
              <a:buNone/>
            </a:pPr>
            <a:r>
              <a:rPr lang="en-US" sz="12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Artificial Intelligence and Data Science
</a:t>
            </a:r>
            <a:pPr algn="ctr" indent="0" marL="0">
              <a:buNone/>
            </a:pPr>
            <a:r>
              <a:rPr lang="en-US" sz="12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 Srinivasan University, Tiruchirappalli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NAVIGATION TO MISSION MANAGEMENT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CampusFlow AI?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 is an autonomous AI campus mission planner that helps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turn one request into a fully managed campus mission.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1460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multiple goals in one request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7296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optimized task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31336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83133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between campus locations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48970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intelligent reminders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14807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when campus conditions change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52360" y="2514600"/>
            <a:ext cx="4206240" cy="3566160"/>
          </a:xfrm>
          <a:prstGeom prst="roundRect">
            <a:avLst>
              <a:gd name="adj" fmla="val 4615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0" y="2834640"/>
            <a:ext cx="594360" cy="59436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0392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36118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student request
</a:t>
            </a:r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F3E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
</a:t>
            </a:r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intelligent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mission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NAVIGATION VS CAMPUSFLOW AI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It Different?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429000"/>
          </a:xfrm>
          <a:prstGeom prst="roundRect">
            <a:avLst>
              <a:gd name="adj" fmla="val 48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Traditional Navigation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should I go?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Finds locations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Gives directions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Mostly single destination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634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 route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349240" cy="3429000"/>
          </a:xfrm>
          <a:prstGeom prst="roundRect">
            <a:avLst>
              <a:gd name="adj" fmla="val 4800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011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CampusFlow AI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do I need to accomplish?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154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Understands goals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6576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Plans multiple tasks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16052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Considers deadlines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6634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Dynamically replans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16842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Difference: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tells you where to go. CampusFlow AI helps you accomplish your mission.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6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Manage Multiple Tasks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830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assignment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048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equipment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26664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👩‍🏫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26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faculty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484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a class / lab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270248"/>
            <a:ext cx="502920" cy="50292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702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between buildings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1783080"/>
            <a:ext cx="5166360" cy="4434840"/>
          </a:xfrm>
          <a:prstGeom prst="roundRect">
            <a:avLst>
              <a:gd name="adj" fmla="val 371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Challenge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606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What should I do first?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172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How much time will it take?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7398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Which route is better?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43068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Will the place be open?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8737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What if something becomes unavailable?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Can I reach my class on time?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MISSION PLANNING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CampusFlow AI Considers Multiple Factors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11680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Duration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79392" y="1828800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43984" y="2011680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4398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102352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74736" y="2011680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7473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833104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907792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090672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9077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79392" y="2907792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43984" y="3090672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43984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102352" y="29077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Hours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10144" y="2907792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74736" y="3090672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74736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833104" y="290779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986784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4169664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398678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79392" y="3986784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43984" y="4169664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43984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5102352" y="398678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10144" y="3986784"/>
            <a:ext cx="3566160" cy="914400"/>
          </a:xfrm>
          <a:prstGeom prst="roundRect">
            <a:avLst>
              <a:gd name="adj" fmla="val 16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74736" y="4169664"/>
            <a:ext cx="548640" cy="54864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74736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8833104" y="398678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166360"/>
            <a:ext cx="11091672" cy="1143000"/>
          </a:xfrm>
          <a:prstGeom prst="roundRect">
            <a:avLst>
              <a:gd name="adj" fmla="val 14400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22960" y="51663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combines these factors to create one optimized campus mission.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INTELLIGENT FEATURES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83664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Mission Planner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737360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45936" y="1883664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45936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022592" y="173736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Requirement Estimation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06624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" y="2852928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4944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06624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 Planning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2706624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5936" y="2852928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45936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022592" y="2706624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Reminders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75888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3822192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944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67588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Replanning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99632" y="3675888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45936" y="3822192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45936" y="38221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75888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Optimization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4944" y="4791456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4944" y="4791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4645152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Opening-Hours Awareness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99632" y="4645152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45936" y="4791456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45936" y="4791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022592" y="4645152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Resource Availability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614416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" y="5760720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4944" y="5760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71600" y="5614416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Crowd-Aware Planning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99632" y="5614416"/>
            <a:ext cx="5440680" cy="841248"/>
          </a:xfrm>
          <a:prstGeom prst="roundRect">
            <a:avLst>
              <a:gd name="adj" fmla="val 173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45936" y="5760720"/>
            <a:ext cx="548640" cy="54864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45936" y="5760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♿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22592" y="5614416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Accessibility Support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PLANNING &amp; REMINDERS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Mission Comes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011680"/>
          </a:xfrm>
          <a:prstGeom prst="roundRect">
            <a:avLst>
              <a:gd name="adj" fmla="val 727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299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Mission Planner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Assignment → Collect Equipment → Meet Faculty. The AI determines the best order.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440680" cy="2011680"/>
          </a:xfrm>
          <a:prstGeom prst="roundRect">
            <a:avLst>
              <a:gd name="adj" fmla="val 727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28232" y="2057400"/>
            <a:ext cx="566928" cy="566928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2823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59752" y="202996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Requirement Estimation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74320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Task Duration + Walking Time + Expected Waiting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2011680"/>
          </a:xfrm>
          <a:prstGeom prst="roundRect">
            <a:avLst>
              <a:gd name="adj" fmla="val 727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245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 Planning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— 2:00 PM. The system works backward to decide when the student should start.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9632" y="4023360"/>
            <a:ext cx="5440680" cy="2011680"/>
          </a:xfrm>
          <a:prstGeom prst="roundRect">
            <a:avLst>
              <a:gd name="adj" fmla="val 727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251960"/>
            <a:ext cx="566928" cy="566928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28232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59752" y="42245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Reminders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9377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"Leave now — your next task starts soon."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 RESPONDS WHEN THINGS CHANGE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&amp; Real-Time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Replanning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route, closed room, or unavailable equipment → the AI creates a new plan.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62272" y="1965960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6227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Opening-Hours Awareness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scheduling tasks when facilities are closed.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965960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9302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4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193024" y="3017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required equipment, rooms, or facilities are available.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279392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965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Crowd Awareness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3309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a better time or order when crowd data is available.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4096512"/>
            <a:ext cx="3566160" cy="2148840"/>
          </a:xfrm>
          <a:prstGeom prst="roundRect">
            <a:avLst>
              <a:gd name="adj" fmla="val 6809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62272" y="4279392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62272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965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Support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462272" y="53309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avoid stairs, use elevators, and choose accessible routes.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→ Plan → Act → Monitor → Replan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74520" cy="2286000"/>
          </a:xfrm>
          <a:prstGeom prst="roundRect">
            <a:avLst>
              <a:gd name="adj" fmla="val 7805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2167128"/>
            <a:ext cx="640080" cy="64008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586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26440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student's objective.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3008376"/>
            <a:ext cx="219456" cy="201168"/>
          </a:xfrm>
          <a:prstGeom prst="rightArrow">
            <a:avLst/>
          </a:prstGeom>
          <a:solidFill>
            <a:srgbClr val="FF3EA5"/>
          </a:solidFill>
          <a:ln/>
        </p:spPr>
      </p:sp>
      <p:sp>
        <p:nvSpPr>
          <p:cNvPr id="10" name="Shape 8"/>
          <p:cNvSpPr/>
          <p:nvPr/>
        </p:nvSpPr>
        <p:spPr>
          <a:xfrm>
            <a:off x="2679192" y="1965960"/>
            <a:ext cx="1874520" cy="2286000"/>
          </a:xfrm>
          <a:prstGeom prst="roundRect">
            <a:avLst>
              <a:gd name="adj" fmla="val 7805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6412" y="2167128"/>
            <a:ext cx="640080" cy="64008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6412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26440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optimized sequence.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3008376"/>
            <a:ext cx="219456" cy="201168"/>
          </a:xfrm>
          <a:prstGeom prst="rightArrow">
            <a:avLst/>
          </a:prstGeom>
          <a:solidFill>
            <a:srgbClr val="FF3EA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9744" y="1965960"/>
            <a:ext cx="1874520" cy="2286000"/>
          </a:xfrm>
          <a:prstGeom prst="roundRect">
            <a:avLst>
              <a:gd name="adj" fmla="val 7805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26964" y="2167128"/>
            <a:ext cx="640080" cy="64008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26964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19472" y="326440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student and provide reminders.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02552" y="3008376"/>
            <a:ext cx="219456" cy="201168"/>
          </a:xfrm>
          <a:prstGeom prst="rightArrow">
            <a:avLst/>
          </a:prstGeom>
          <a:solidFill>
            <a:srgbClr val="FF3EA5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0296" y="1965960"/>
            <a:ext cx="1874520" cy="2286000"/>
          </a:xfrm>
          <a:prstGeom prst="roundRect">
            <a:avLst>
              <a:gd name="adj" fmla="val 7805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57516" y="2167128"/>
            <a:ext cx="640080" cy="64008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57516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50024" y="326440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time, availability &amp; campus changes.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33104" y="3008376"/>
            <a:ext cx="219456" cy="201168"/>
          </a:xfrm>
          <a:prstGeom prst="rightArrow">
            <a:avLst/>
          </a:prstGeom>
          <a:solidFill>
            <a:srgbClr val="FF3EA5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0848" y="1965960"/>
            <a:ext cx="1874520" cy="2286000"/>
          </a:xfrm>
          <a:prstGeom prst="roundRect">
            <a:avLst>
              <a:gd name="adj" fmla="val 7805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88068" y="2167128"/>
            <a:ext cx="640080" cy="64008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88068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116568" y="2880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3264408"/>
            <a:ext cx="1655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adapt when conditions change.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617720"/>
            <a:ext cx="11091672" cy="1417320"/>
          </a:xfrm>
          <a:prstGeom prst="roundRect">
            <a:avLst>
              <a:gd name="adj" fmla="val 1161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461772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Agentic?  </a:t>
            </a:r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just answer a question — it continues working toward the student's goal and adapts to changing conditions.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STUDENT DEMO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Request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is inside the university library.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669280" cy="3200400"/>
          </a:xfrm>
          <a:prstGeom prst="roundRect">
            <a:avLst>
              <a:gd name="adj" fmla="val 571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SAYS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089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my 2 PM AI lab, I need to submit my assignment, collect the required equipment, and meet my faculty. Plan everything for me.”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92240" y="2011680"/>
            <a:ext cx="5166360" cy="3977640"/>
          </a:xfrm>
          <a:prstGeom prst="roundRect">
            <a:avLst>
              <a:gd name="adj" fmla="val 4598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MISSION DETECTED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2880360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Assignment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766560" y="3538728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5387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Equipment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766560" y="4197096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👩‍🏫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419709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Faculty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766560" y="4855464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8554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AI Lab — 2:00 PM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MISSION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Complete Mission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846320" cy="530352"/>
          </a:xfrm>
          <a:prstGeom prst="roundRect">
            <a:avLst>
              <a:gd name="adj" fmla="val 5172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39696"/>
            <a:ext cx="457200" cy="45720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⏱️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21031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Duration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11196"/>
            <a:ext cx="4846320" cy="530352"/>
          </a:xfrm>
          <a:prstGeom prst="roundRect">
            <a:avLst>
              <a:gd name="adj" fmla="val 5172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47772"/>
            <a:ext cx="457200" cy="45720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7477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🚶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271119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4846320" cy="530352"/>
          </a:xfrm>
          <a:prstGeom prst="roundRect">
            <a:avLst>
              <a:gd name="adj" fmla="val 5172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55848"/>
            <a:ext cx="457200" cy="45720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16152" y="331927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27348"/>
            <a:ext cx="4846320" cy="530352"/>
          </a:xfrm>
          <a:prstGeom prst="roundRect">
            <a:avLst>
              <a:gd name="adj" fmla="val 5172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963924"/>
            <a:ext cx="457200" cy="45720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9639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🕐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16152" y="392734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Hours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35424"/>
            <a:ext cx="4846320" cy="530352"/>
          </a:xfrm>
          <a:prstGeom prst="roundRect">
            <a:avLst>
              <a:gd name="adj" fmla="val 5172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216152" y="453542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Availability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43500"/>
            <a:ext cx="4846320" cy="530352"/>
          </a:xfrm>
          <a:prstGeom prst="roundRect">
            <a:avLst>
              <a:gd name="adj" fmla="val 51724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180076"/>
            <a:ext cx="457200" cy="457200"/>
          </a:xfrm>
          <a:prstGeom prst="ellipse">
            <a:avLst/>
          </a:prstGeom>
          <a:solidFill>
            <a:srgbClr val="1B215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1800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⏰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216152" y="51435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MISSION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2103120"/>
            <a:ext cx="5577840" cy="566928"/>
          </a:xfrm>
          <a:prstGeom prst="roundRect">
            <a:avLst>
              <a:gd name="adj" fmla="val 48387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2157984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44768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21031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641080" y="2651760"/>
            <a:ext cx="201168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0" y="2816352"/>
            <a:ext cx="5577840" cy="566928"/>
          </a:xfrm>
          <a:prstGeom prst="roundRect">
            <a:avLst>
              <a:gd name="adj" fmla="val 48387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2871216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4476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281635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Submission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641080" y="3364992"/>
            <a:ext cx="201168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40" name="Shape 38"/>
          <p:cNvSpPr/>
          <p:nvPr/>
        </p:nvSpPr>
        <p:spPr>
          <a:xfrm>
            <a:off x="6035040" y="3529584"/>
            <a:ext cx="5577840" cy="566928"/>
          </a:xfrm>
          <a:prstGeom prst="roundRect">
            <a:avLst>
              <a:gd name="adj" fmla="val 48387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44768" y="3584448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4476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🔧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6720840" y="35295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Store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641080" y="4078224"/>
            <a:ext cx="201168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45" name="Shape 43"/>
          <p:cNvSpPr/>
          <p:nvPr/>
        </p:nvSpPr>
        <p:spPr>
          <a:xfrm>
            <a:off x="6035040" y="4242816"/>
            <a:ext cx="5577840" cy="566928"/>
          </a:xfrm>
          <a:prstGeom prst="roundRect">
            <a:avLst>
              <a:gd name="adj" fmla="val 48387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4297680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4476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👩‍🏫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6720840" y="4242816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Meeting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641080" y="4791456"/>
            <a:ext cx="201168" cy="146304"/>
          </a:xfrm>
          <a:prstGeom prst="downArrow">
            <a:avLst/>
          </a:prstGeom>
          <a:solidFill>
            <a:srgbClr val="22D3EE"/>
          </a:solidFill>
          <a:ln/>
        </p:spPr>
      </p:sp>
      <p:sp>
        <p:nvSpPr>
          <p:cNvPr id="50" name="Shape 48"/>
          <p:cNvSpPr/>
          <p:nvPr/>
        </p:nvSpPr>
        <p:spPr>
          <a:xfrm>
            <a:off x="6035040" y="4956048"/>
            <a:ext cx="5577840" cy="566928"/>
          </a:xfrm>
          <a:prstGeom prst="roundRect">
            <a:avLst>
              <a:gd name="adj" fmla="val 48387"/>
            </a:avLst>
          </a:prstGeom>
          <a:solidFill>
            <a:srgbClr val="4B2AA6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44768" y="5010912"/>
            <a:ext cx="457200" cy="457200"/>
          </a:xfrm>
          <a:prstGeom prst="ellipse">
            <a:avLst/>
          </a:prstGeom>
          <a:solidFill>
            <a:srgbClr val="11164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144768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🎓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6720840" y="495604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— 2:00 PM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548640" y="5989320"/>
            <a:ext cx="11091672" cy="621792"/>
          </a:xfrm>
          <a:prstGeom prst="roundRect">
            <a:avLst>
              <a:gd name="adj" fmla="val 23529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822960" y="598932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 </a:t>
            </a:r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 creates one complete mission, instead of giving separate directions.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6B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CHANGE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Conditions Change, the Plan Changes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023360"/>
          </a:xfrm>
          <a:prstGeom prst="roundRect">
            <a:avLst>
              <a:gd name="adj" fmla="val 40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FF6B8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77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Store Update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Equipment X is currently unavailable.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4800600" cy="1737360"/>
          </a:xfrm>
          <a:prstGeom prst="roundRect">
            <a:avLst>
              <a:gd name="adj" fmla="val 8421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3931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5196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original plan has changed. I have replanned your mission.”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49240" cy="4023360"/>
          </a:xfrm>
          <a:prstGeom prst="roundRect">
            <a:avLst>
              <a:gd name="adj" fmla="val 4091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2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FF6B8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2377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Behind Schedule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You are 12 minutes behind schedule.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3749040"/>
            <a:ext cx="4800600" cy="1737360"/>
          </a:xfrm>
          <a:prstGeom prst="roundRect">
            <a:avLst>
              <a:gd name="adj" fmla="val 8421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931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2519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“Completing all tasks before 2 PM is unlikely.”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Attend the AI Lab first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Submit the assignment afterward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25806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989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automatically changes the mission based on the new situation.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Students &amp; Freshers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103120"/>
          </a:xfrm>
          <a:prstGeom prst="roundRect">
            <a:avLst>
              <a:gd name="adj" fmla="val 7826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🎒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Fresher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 me find my classroom and complete my admission-related tasks.”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9392" y="1783080"/>
            <a:ext cx="3566160" cy="2103120"/>
          </a:xfrm>
          <a:prstGeom prst="roundRect">
            <a:avLst>
              <a:gd name="adj" fmla="val 7826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2011680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07992" y="2697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submit my assignment and reach my lab on time.”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783080"/>
            <a:ext cx="3566160" cy="2103120"/>
          </a:xfrm>
          <a:prstGeom prst="roundRect">
            <a:avLst>
              <a:gd name="adj" fmla="val 7826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2011680"/>
            <a:ext cx="548640" cy="54864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874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011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69748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equipment before my practical session.”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91672" cy="2286000"/>
          </a:xfrm>
          <a:prstGeom prst="roundRect">
            <a:avLst>
              <a:gd name="adj" fmla="val 7200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unfamiliar with a large campus can find: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Laboratories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5029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Offices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5029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Departments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486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Stores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5486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Faculty rooms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5486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Other facilities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→ Personalized campus mission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 FEATURE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Mission Mode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914400"/>
          </a:xfrm>
          <a:prstGeom prst="roundRect">
            <a:avLst>
              <a:gd name="adj" fmla="val 1800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 </a:t>
            </a:r>
            <a:pPr indent="0" marL="0">
              <a:buNone/>
            </a:pPr>
            <a:r>
              <a:rPr lang="en-US" sz="14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should I go?”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349240" cy="914400"/>
          </a:xfrm>
          <a:prstGeom prst="roundRect">
            <a:avLst>
              <a:gd name="adj" fmla="val 18000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91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AI: 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need to accomplish?”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333756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85416" y="3735324"/>
            <a:ext cx="128016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2322576" y="3337560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368296" y="333756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9352" y="3735324"/>
            <a:ext cx="128016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4096512" y="3337560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142232" y="333756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ORDER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33288" y="3735324"/>
            <a:ext cx="128016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870448" y="3337560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16168" y="333756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07224" y="3735324"/>
            <a:ext cx="128016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7644384" y="3337560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90104" y="333756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81160" y="3735324"/>
            <a:ext cx="128016" cy="164592"/>
          </a:xfrm>
          <a:prstGeom prst="rightArrow">
            <a:avLst/>
          </a:pr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8320" y="3337560"/>
            <a:ext cx="1627632" cy="960120"/>
          </a:xfrm>
          <a:prstGeom prst="roundRect">
            <a:avLst>
              <a:gd name="adj" fmla="val 13333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464040" y="333756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11250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CORE INNOVATION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Goal-based  +  Multi-task  +  Deadline-aware  +  Dynamically adaptive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CAMPUSFLOW AI?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977640"/>
          </a:xfrm>
          <a:prstGeom prst="roundRect">
            <a:avLst>
              <a:gd name="adj" fmla="val 4138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Campus Navigation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Finds locations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449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Gives directions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7530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Mostly single-destination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056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Limited adaptation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3977640"/>
          </a:xfrm>
          <a:prstGeom prst="roundRect">
            <a:avLst>
              <a:gd name="adj" fmla="val 4138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20240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514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Understands goals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900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Handles multiple tasks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46557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Considers deadlines &amp; availability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94106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Aware of queues &amp; opening hours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41655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Supports accessibility preferences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48920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Monitors changes &amp; replans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897880"/>
            <a:ext cx="11091672" cy="685800"/>
          </a:xfrm>
          <a:prstGeom prst="roundRect">
            <a:avLst>
              <a:gd name="adj" fmla="val 21333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8978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Difference: 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is only one component. Mission management is the core innovation.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4B2AA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CAMPUSFLOW 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Autonomous AI Campus Mission Planner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CampusFlow AI transforms campus navigation into intelligent campus mission management.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40680" cy="566928"/>
          </a:xfrm>
          <a:prstGeom prst="roundRect">
            <a:avLst>
              <a:gd name="adj" fmla="val 48387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49424"/>
            <a:ext cx="457200" cy="45720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1945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student goals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2194560"/>
            <a:ext cx="5440680" cy="566928"/>
          </a:xfrm>
          <a:prstGeom prst="roundRect">
            <a:avLst>
              <a:gd name="adj" fmla="val 48387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2249424"/>
            <a:ext cx="457200" cy="45720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91072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85432" y="21945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best sequence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71216"/>
            <a:ext cx="5440680" cy="566928"/>
          </a:xfrm>
          <a:prstGeom prst="roundRect">
            <a:avLst>
              <a:gd name="adj" fmla="val 48387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🗺️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8712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students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632" y="2871216"/>
            <a:ext cx="5440680" cy="566928"/>
          </a:xfrm>
          <a:prstGeom prst="roundRect">
            <a:avLst>
              <a:gd name="adj" fmla="val 48387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91072" y="2926080"/>
            <a:ext cx="457200" cy="45720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1072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⏱️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287121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47872"/>
            <a:ext cx="5440680" cy="566928"/>
          </a:xfrm>
          <a:prstGeom prst="roundRect">
            <a:avLst>
              <a:gd name="adj" fmla="val 48387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📡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5478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real-world changes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547872"/>
            <a:ext cx="5440680" cy="566928"/>
          </a:xfrm>
          <a:prstGeom prst="roundRect">
            <a:avLst>
              <a:gd name="adj" fmla="val 48387"/>
            </a:avLst>
          </a:prstGeom>
          <a:solidFill>
            <a:srgbClr val="11164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91072" y="3602736"/>
            <a:ext cx="457200" cy="457200"/>
          </a:xfrm>
          <a:prstGeom prst="ellipse">
            <a:avLst/>
          </a:prstGeom>
          <a:solidFill>
            <a:srgbClr val="6C3C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1072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🔄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35478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replans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97280" y="4343400"/>
            <a:ext cx="9994392" cy="1051560"/>
          </a:xfrm>
          <a:prstGeom prst="roundRect">
            <a:avLst>
              <a:gd name="adj" fmla="val 15652"/>
            </a:avLst>
          </a:prstGeom>
          <a:solidFill>
            <a:srgbClr val="1B2154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371600" y="4343400"/>
            <a:ext cx="9445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is not just navigation. This is autonomous AI assistance for everyday student missions.”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0" y="562356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HACKS · GLOBAL AI HACKATHON 2026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0" y="59436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Surya Prabha  ·  B.Tech AI &amp; Data Science  ·  Dhanalakshmi Srinivasan University, Tiruchirappalli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 THANK YOU FOR THIS GREAT OPPORTUNITY  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2026-09-09T10:39:27Z</dcterms:created>
  <dcterms:modified xsi:type="dcterms:W3CDTF">2026-09-09T10:39:27Z</dcterms:modified>
</cp:coreProperties>
</file>